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9097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catch. Some of you become clients eventually, some don't — we're fine with that ratio. Nobody's signing anything in this session. Useful for you, great. Not for you, you've lost twenty minutes, not money.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You just watched me spend the whole session telling you where it gives me pause. My honest answer on it is "maybe, depends on your numbers" — not "buy now." If it's wrong for you, I'll say so.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What you're told upfront is the full scope. Want ongoing help after? That's a separate, clearly priced conversation — never sprung on you mid-session.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I'm upfront about that. But I don't get paid for this session — only if a transaction happens later, and only if you decide to work with me on it. This session is you deciding if the process is even worth using first.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CEA-registered. But "agent" doesn't have to mean "only trying to close you" — that's the exact belief I built tonight around. You already saw the proof: a real client, a real launch, and we told him not to buy.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question. I make money on transactions, same as any agent — and yes, that could bias someone with the wrong incentive. Which is why the numbers decide, not my opinion. You heard the story tonight where the honest number said no, and we said no.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 good session ends one of three ways — a clear yes, a clear "not yet," or a clear "this isn't right for you." All three are fine outcomes for 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 no gets noted and left alone. Come back on your own terms, whenever that 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Genuinely personalized — it only works on your numbers, your objective, your life stage. No version of this exists before we know those.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one of the best times. Prepare ahead, don't decide live — that's the whole point tonight. A year or two out is exactly when you set your criteria, so when the right launch shows up you're not figuring it out mid-ballot.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1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Why is this free? What's the catch?</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2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Are you just trying to sell me Thomson Reserve?</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3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Will there be hidden fees or upsells once I'm in the session?</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4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Do you sell property too?</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5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Are you an agent? Is this really independent?</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6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If it's free, how do you make money — doesn't that bias your advice?</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7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Will you pressure me to decide anything in the session?</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8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If I say no, will I get chased afterward?</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9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Is this actually personalized, or a template with my name on it?</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marL="0" indent="0">
              <a:buNone/>
            </a:pPr>
            <a:r>
              <a:rPr lang="en-US" sz="1400" b="1" kern="0" spc="200" dirty="0">
                <a:solidFill>
                  <a:srgbClr val="C9A24B"/>
                </a:solidFill>
                <a:latin typeface="Calibri" pitchFamily="34" charset="0"/>
                <a:ea typeface="Calibri" pitchFamily="34" charset="-122"/>
                <a:cs typeface="Calibri" pitchFamily="34" charset="-120"/>
              </a:rPr>
              <a:t>OBJECTION 10 OF 10</a:t>
            </a:r>
            <a:endParaRPr lang="en-US" sz="1400" dirty="0"/>
          </a:p>
        </p:txBody>
      </p:sp>
      <p:sp>
        <p:nvSpPr>
          <p:cNvPr id="3" name="Shape 1"/>
          <p:cNvSpPr/>
          <p:nvPr/>
        </p:nvSpPr>
        <p:spPr>
          <a:xfrm>
            <a:off x="640080" y="960120"/>
            <a:ext cx="1280160" cy="54864"/>
          </a:xfrm>
          <a:prstGeom prst="rect">
            <a:avLst/>
          </a:prstGeom>
          <a:solidFill>
            <a:srgbClr val="8C1D24"/>
          </a:solidFill>
          <a:ln/>
        </p:spPr>
        <p:txBody>
          <a:bodyPr/>
          <a:lstStyle/>
          <a:p>
            <a:endParaRPr lang="en-SG"/>
          </a:p>
        </p:txBody>
      </p:sp>
      <p:sp>
        <p:nvSpPr>
          <p:cNvPr id="4" name="Text 2"/>
          <p:cNvSpPr/>
          <p:nvPr/>
        </p:nvSpPr>
        <p:spPr>
          <a:xfrm>
            <a:off x="640080" y="1737360"/>
            <a:ext cx="10881360" cy="3291840"/>
          </a:xfrm>
          <a:prstGeom prst="rect">
            <a:avLst/>
          </a:prstGeom>
          <a:noFill/>
          <a:ln/>
        </p:spPr>
        <p:txBody>
          <a:bodyPr wrap="square" rtlCol="0" anchor="t"/>
          <a:lstStyle/>
          <a:p>
            <a:pPr marL="0" indent="0">
              <a:lnSpc>
                <a:spcPct val="115000"/>
              </a:lnSpc>
              <a:buNone/>
            </a:pPr>
            <a:r>
              <a:rPr lang="en-US" sz="4000" b="1" dirty="0">
                <a:solidFill>
                  <a:srgbClr val="FFFFFF"/>
                </a:solidFill>
                <a:latin typeface="Cambria" pitchFamily="34" charset="0"/>
                <a:ea typeface="Cambria" pitchFamily="34" charset="-122"/>
                <a:cs typeface="Cambria" pitchFamily="34" charset="-120"/>
              </a:rPr>
              <a:t>I'm not buying for a year or two — is this useful now?</a:t>
            </a:r>
            <a:endParaRPr lang="en-US" sz="4000" dirty="0"/>
          </a:p>
        </p:txBody>
      </p:sp>
      <p:sp>
        <p:nvSpPr>
          <p:cNvPr id="5" name="Text 3"/>
          <p:cNvSpPr/>
          <p:nvPr/>
        </p:nvSpPr>
        <p:spPr>
          <a:xfrm>
            <a:off x="640080" y="6080760"/>
            <a:ext cx="7315200" cy="365760"/>
          </a:xfrm>
          <a:prstGeom prst="rect">
            <a:avLst/>
          </a:prstGeom>
          <a:noFill/>
          <a:ln/>
        </p:spPr>
        <p:txBody>
          <a:bodyPr wrap="square" rtlCol="0" anchor="ctr"/>
          <a:lstStyle/>
          <a:p>
            <a:pPr marL="0" indent="0">
              <a:buNone/>
            </a:pPr>
            <a:r>
              <a:rPr lang="en-US" sz="1200" kern="0" spc="150" dirty="0">
                <a:solidFill>
                  <a:srgbClr val="C9A24B"/>
                </a:solidFill>
                <a:latin typeface="Calibri" pitchFamily="34" charset="0"/>
                <a:ea typeface="Calibri" pitchFamily="34" charset="-122"/>
                <a:cs typeface="Calibri" pitchFamily="34" charset="-120"/>
              </a:rPr>
              <a:t>SCAN THE QR CODE TO APPLY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634</Words>
  <Application>Microsoft Office PowerPoint</Application>
  <PresentationFormat>Widescreen</PresentationFormat>
  <Paragraphs>50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 KIAT CHUAN TAN KIAT CHUAN</cp:lastModifiedBy>
  <cp:revision>1</cp:revision>
  <dcterms:created xsi:type="dcterms:W3CDTF">2026-09-21T02:59:25Z</dcterms:created>
  <dcterms:modified xsi:type="dcterms:W3CDTF">2026-09-21T03:15:17Z</dcterms:modified>
</cp:coreProperties>
</file>