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f3d47a2414c41" /><Relationship Type="http://schemas.openxmlformats.org/officeDocument/2006/relationships/extended-properties" Target="/docProps/app.xml" Id="R2c28496d29444dee" /><Relationship Type="http://schemas.openxmlformats.org/officeDocument/2006/relationships/officeDocument" Target="/ppt/presentation.xml" Id="R64b64556e7a5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2b7ad8827343d9"/>
  </p:sldMasterIdLst>
  <p:notesMasterIdLst>
    <p:notesMasterId xmlns:r="http://schemas.openxmlformats.org/officeDocument/2006/relationships" r:id="R7558d0d5193e4ca0"/>
  </p:notesMasterIdLst>
  <p:sldIdLst>
    <p:sldId xmlns:r="http://schemas.openxmlformats.org/officeDocument/2006/relationships" id="256" r:id="R50dfb9c954874194"/>
    <p:sldId xmlns:r="http://schemas.openxmlformats.org/officeDocument/2006/relationships" id="257" r:id="Rd3e63ec0de134c7f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6eba5598b473c" /><Relationship Type="http://schemas.openxmlformats.org/officeDocument/2006/relationships/slideMaster" Target="/ppt/slideMasters/slideMaster1.xml" Id="Rb92b7ad8827343d9" /><Relationship Type="http://schemas.openxmlformats.org/officeDocument/2006/relationships/notesMaster" Target="/ppt/notesMasters/notesMaster1.xml" Id="R7558d0d5193e4ca0" /><Relationship Type="http://schemas.openxmlformats.org/officeDocument/2006/relationships/presProps" Target="/ppt/presProps.xml" Id="R73cd3ce0a0d643f9" /><Relationship Type="http://schemas.openxmlformats.org/officeDocument/2006/relationships/tableStyles" Target="/ppt/tableStyles.xml" Id="Rc48849c5e9114bef" /><Relationship Type="http://schemas.openxmlformats.org/officeDocument/2006/relationships/slide" Target="/ppt/slides/slide1.xml" Id="R50dfb9c954874194" /><Relationship Type="http://schemas.openxmlformats.org/officeDocument/2006/relationships/slide" Target="/ppt/slides/slide2.xml" Id="Rd3e63ec0de134c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992f852e94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f4b15c93ec4ef9" /><Relationship Type="http://schemas.openxmlformats.org/officeDocument/2006/relationships/notesMaster" Target="/ppt/notesMasters/notesMaster1.xml" Id="R1f91bcef01954e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ba42e4a810488e" /><Relationship Type="http://schemas.openxmlformats.org/officeDocument/2006/relationships/notesMaster" Target="/ppt/notesMasters/notesMaster1.xml" Id="Ra46dc309cc0846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8fc1081cc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dc2fccc32343a4" /><Relationship Type="http://schemas.openxmlformats.org/officeDocument/2006/relationships/slideLayout" Target="/ppt/slideLayouts/slideLayout1.xml" Id="R269233ba67c842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233ba67c842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8a61a799b4da1" /><Relationship Type="http://schemas.openxmlformats.org/officeDocument/2006/relationships/notesSlide" Target="/ppt/notesSlides/notesSlide1.xml" Id="Rd50040ccb8ff4f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ede7605ae4a44" /><Relationship Type="http://schemas.openxmlformats.org/officeDocument/2006/relationships/notesSlide" Target="/ppt/notesSlides/notesSlide2.xml" Id="R9ba7b825d43a40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1-callout">
            <a:extLst xmlns:a="http://schemas.openxmlformats.org/drawingml/2006/main">
              <a:ext uri="{FF2B5EF4-FFF2-40B4-BE49-F238E27FC236}">
                <a16:creationId xmlns:a16="http://schemas.microsoft.com/office/drawing/2014/main" id="{04BD3B09-B04E-4ADC-8263-1D4F94A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182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38100" rIns="1714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COUPLES CONSIDERING DECOUPLING</a:t>
            </a:r>
          </a:p>
        </p:txBody>
      </p:sp>
      <p:sp>
        <p:nvSpPr>
          <p:cNvPr id="2" name="v1-headline">
            <a:extLst xmlns:a="http://schemas.openxmlformats.org/drawingml/2006/main">
              <a:ext uri="{FF2B5EF4-FFF2-40B4-BE49-F238E27FC236}">
                <a16:creationId xmlns:a16="http://schemas.microsoft.com/office/drawing/2014/main" id="{7735EFBC-C720-4A68-B037-091960A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1821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DECOUPLING IS NOT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6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FIRST DECISION.</a:t>
            </a:r>
          </a:p>
        </p:txBody>
      </p:sp>
      <p:sp>
        <p:nvSpPr>
          <p:cNvPr id="3" name="v1-highlighter">
            <a:extLst xmlns:a="http://schemas.openxmlformats.org/drawingml/2006/main">
              <a:ext uri="{FF2B5EF4-FFF2-40B4-BE49-F238E27FC236}">
                <a16:creationId xmlns:a16="http://schemas.microsoft.com/office/drawing/2014/main" id="{F5EAA758-3CE8-4072-A831-3001AB6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268605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first-prove">
            <a:extLst xmlns:a="http://schemas.openxmlformats.org/drawingml/2006/main">
              <a:ext uri="{FF2B5EF4-FFF2-40B4-BE49-F238E27FC236}">
                <a16:creationId xmlns:a16="http://schemas.microsoft.com/office/drawing/2014/main" id="{13C9BFFF-A64F-4C7C-8F60-EB801DCD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FIRST PROVE:</a:t>
            </a:r>
          </a:p>
        </p:txBody>
      </p:sp>
      <p:sp>
        <p:nvSpPr>
          <p:cNvPr id="5" name="bullet-526">
            <a:extLst xmlns:a="http://schemas.openxmlformats.org/drawingml/2006/main">
              <a:ext uri="{FF2B5EF4-FFF2-40B4-BE49-F238E27FC236}">
                <a16:creationId xmlns:a16="http://schemas.microsoft.com/office/drawing/2014/main" id="{DC9A5674-6888-4866-922C-9C1C8E3B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526">
            <a:extLst xmlns:a="http://schemas.openxmlformats.org/drawingml/2006/main">
              <a:ext uri="{FF2B5EF4-FFF2-40B4-BE49-F238E27FC236}">
                <a16:creationId xmlns:a16="http://schemas.microsoft.com/office/drawing/2014/main" id="{B5996259-8EA5-49BD-A052-2A454C12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the other spouse can buy</a:t>
            </a:r>
          </a:p>
        </p:txBody>
      </p:sp>
      <p:sp>
        <p:nvSpPr>
          <p:cNvPr id="7" name="bullet-598">
            <a:extLst xmlns:a="http://schemas.openxmlformats.org/drawingml/2006/main">
              <a:ext uri="{FF2B5EF4-FFF2-40B4-BE49-F238E27FC236}">
                <a16:creationId xmlns:a16="http://schemas.microsoft.com/office/drawing/2014/main" id="{DC94EBAE-92CA-49FA-A3FA-9CC3B2BD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598">
            <a:extLst xmlns:a="http://schemas.openxmlformats.org/drawingml/2006/main">
              <a:ext uri="{FF2B5EF4-FFF2-40B4-BE49-F238E27FC236}">
                <a16:creationId xmlns:a16="http://schemas.microsoft.com/office/drawing/2014/main" id="{2337B66C-7A44-4AB9-B1CF-22AFABB2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95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How much cash stays untouched</a:t>
            </a:r>
          </a:p>
        </p:txBody>
      </p:sp>
      <p:sp>
        <p:nvSpPr>
          <p:cNvPr id="9" name="bullet-670">
            <a:extLst xmlns:a="http://schemas.openxmlformats.org/drawingml/2006/main">
              <a:ext uri="{FF2B5EF4-FFF2-40B4-BE49-F238E27FC236}">
                <a16:creationId xmlns:a16="http://schemas.microsoft.com/office/drawing/2014/main" id="{ACDE0B24-F307-42DE-952C-E099AEEC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670">
            <a:extLst xmlns:a="http://schemas.openxmlformats.org/drawingml/2006/main">
              <a:ext uri="{FF2B5EF4-FFF2-40B4-BE49-F238E27FC236}">
                <a16:creationId xmlns:a16="http://schemas.microsoft.com/office/drawing/2014/main" id="{160BDF25-CCEE-467D-9C9B-5C2DDBA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81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Whether both homes remain comfortable</a:t>
            </a:r>
          </a:p>
        </p:txBody>
      </p:sp>
      <p:sp>
        <p:nvSpPr>
          <p:cNvPr id="11" name="v1-divider">
            <a:extLst xmlns:a="http://schemas.openxmlformats.org/drawingml/2006/main">
              <a:ext uri="{FF2B5EF4-FFF2-40B4-BE49-F238E27FC236}">
                <a16:creationId xmlns:a16="http://schemas.microsoft.com/office/drawing/2014/main" id="{2736F4B4-48EA-4694-9F69-68B1ECA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96150"/>
            <a:ext cx="12573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1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1-conclusion">
            <a:extLst xmlns:a="http://schemas.openxmlformats.org/drawingml/2006/main">
              <a:ext uri="{FF2B5EF4-FFF2-40B4-BE49-F238E27FC236}">
                <a16:creationId xmlns:a16="http://schemas.microsoft.com/office/drawing/2014/main" id="{0FBD9ADB-9FD3-4809-96D6-BE931058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91425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Then decide whether to decouple.</a:t>
            </a:r>
          </a:p>
        </p:txBody>
      </p:sp>
      <p:sp>
        <p:nvSpPr>
          <p:cNvPr id="13" name="v1-cta">
            <a:extLst xmlns:a="http://schemas.openxmlformats.org/drawingml/2006/main">
              <a:ext uri="{FF2B5EF4-FFF2-40B4-BE49-F238E27FC236}">
                <a16:creationId xmlns:a16="http://schemas.microsoft.com/office/drawing/2014/main" id="{E1F17E84-A089-47B9-8FBD-B11EC7F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20150"/>
            <a:ext cx="9182100" cy="933450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E61E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THE 3 NUMBERS</a:t>
            </a:r>
          </a:p>
        </p:txBody>
      </p:sp>
    </p:spTree>
    <p:extLst>
      <p:ext uri="{BB962C8B-B14F-4D97-AF65-F5344CB8AC3E}">
        <p14:creationId xmlns:p14="http://schemas.microsoft.com/office/powerpoint/2010/main" val="1042004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2-callout">
            <a:extLst xmlns:a="http://schemas.openxmlformats.org/drawingml/2006/main">
              <a:ext uri="{FF2B5EF4-FFF2-40B4-BE49-F238E27FC236}">
                <a16:creationId xmlns:a16="http://schemas.microsoft.com/office/drawing/2014/main" id="{8FC4E5B3-116A-4D40-8F1B-7E1418D9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4400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38100" rIns="1333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YOU DECOUPLE</a:t>
            </a:r>
          </a:p>
        </p:txBody>
      </p:sp>
      <p:sp>
        <p:nvSpPr>
          <p:cNvPr id="2" name="v2-headline-a">
            <a:extLst xmlns:a="http://schemas.openxmlformats.org/drawingml/2006/main">
              <a:ext uri="{FF2B5EF4-FFF2-40B4-BE49-F238E27FC236}">
                <a16:creationId xmlns:a16="http://schemas.microsoft.com/office/drawing/2014/main" id="{49458985-AAD9-4C52-A595-4759858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9258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CAN CHANGE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OWNERSHIP—</a:t>
            </a:r>
          </a:p>
        </p:txBody>
      </p:sp>
      <p:sp>
        <p:nvSpPr>
          <p:cNvPr id="3" name="v2-headline-b">
            <a:extLst xmlns:a="http://schemas.openxmlformats.org/drawingml/2006/main">
              <a:ext uri="{FF2B5EF4-FFF2-40B4-BE49-F238E27FC236}">
                <a16:creationId xmlns:a16="http://schemas.microsoft.com/office/drawing/2014/main" id="{499199F3-DEAA-45CB-A003-B913CEF1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9258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STILL HAVE</a:t>
            </a:r>
          </a:p>
        </p:txBody>
      </p:sp>
      <p:sp>
        <p:nvSpPr>
          <p:cNvPr id="4" name="v2-highlighter">
            <a:extLst xmlns:a="http://schemas.openxmlformats.org/drawingml/2006/main">
              <a:ext uri="{FF2B5EF4-FFF2-40B4-BE49-F238E27FC236}">
                <a16:creationId xmlns:a16="http://schemas.microsoft.com/office/drawing/2014/main" id="{2281ACB7-0459-432C-B318-0E7C1476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4869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FD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2-highlighted-headline">
            <a:extLst xmlns:a="http://schemas.openxmlformats.org/drawingml/2006/main">
              <a:ext uri="{FF2B5EF4-FFF2-40B4-BE49-F238E27FC236}">
                <a16:creationId xmlns:a16="http://schemas.microsoft.com/office/drawing/2014/main" id="{4AE9C8D4-8232-445D-B086-2CBD7F34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9182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325" b="1">
                <a:solidFill>
                  <a:srgbClr val="071321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071321"/>
                </a:solidFill>
                <a:latin typeface="Arial"/>
                <a:ea typeface="Arial"/>
                <a:cs typeface="Arial"/>
              </a:rPr>
              <a:t>NO SECOND PROPERTY.</a:t>
            </a:r>
          </a:p>
        </p:txBody>
      </p:sp>
      <p:sp>
        <p:nvSpPr>
          <p:cNvPr id="6" name="bullet-658">
            <a:extLst xmlns:a="http://schemas.openxmlformats.org/drawingml/2006/main">
              <a:ext uri="{FF2B5EF4-FFF2-40B4-BE49-F238E27FC236}">
                <a16:creationId xmlns:a16="http://schemas.microsoft.com/office/drawing/2014/main" id="{703A9B04-D3D1-4DE5-BC11-4C100B2D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658">
            <a:extLst xmlns:a="http://schemas.openxmlformats.org/drawingml/2006/main">
              <a:ext uri="{FF2B5EF4-FFF2-40B4-BE49-F238E27FC236}">
                <a16:creationId xmlns:a16="http://schemas.microsoft.com/office/drawing/2014/main" id="{915BE426-4EC6-402B-9007-F832C325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67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Wrong budget.</a:t>
            </a:r>
          </a:p>
        </p:txBody>
      </p:sp>
      <p:sp>
        <p:nvSpPr>
          <p:cNvPr id="8" name="bullet-716">
            <a:extLst xmlns:a="http://schemas.openxmlformats.org/drawingml/2006/main">
              <a:ext uri="{FF2B5EF4-FFF2-40B4-BE49-F238E27FC236}">
                <a16:creationId xmlns:a16="http://schemas.microsoft.com/office/drawing/2014/main" id="{452D2EBE-6AF5-49A9-9CFF-82098E11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53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716">
            <a:extLst xmlns:a="http://schemas.openxmlformats.org/drawingml/2006/main">
              <a:ext uri="{FF2B5EF4-FFF2-40B4-BE49-F238E27FC236}">
                <a16:creationId xmlns:a16="http://schemas.microsoft.com/office/drawing/2014/main" id="{8DA8E183-3413-46E6-8488-1CB9820F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19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 little cash left.</a:t>
            </a:r>
          </a:p>
        </p:txBody>
      </p:sp>
      <p:sp>
        <p:nvSpPr>
          <p:cNvPr id="10" name="bullet-774">
            <a:extLst xmlns:a="http://schemas.openxmlformats.org/drawingml/2006/main">
              <a:ext uri="{FF2B5EF4-FFF2-40B4-BE49-F238E27FC236}">
                <a16:creationId xmlns:a16="http://schemas.microsoft.com/office/drawing/2014/main" id="{007199AC-8818-4BE6-93A9-B4A71E84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05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774">
            <a:extLst xmlns:a="http://schemas.openxmlformats.org/drawingml/2006/main">
              <a:ext uri="{FF2B5EF4-FFF2-40B4-BE49-F238E27FC236}">
                <a16:creationId xmlns:a16="http://schemas.microsoft.com/office/drawing/2014/main" id="{127859AF-D298-43F6-855F-616AFAA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372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Monthly cost too high.</a:t>
            </a:r>
          </a:p>
        </p:txBody>
      </p:sp>
      <p:sp>
        <p:nvSpPr>
          <p:cNvPr id="12" name="v2-conclusion">
            <a:extLst xmlns:a="http://schemas.openxmlformats.org/drawingml/2006/main">
              <a:ext uri="{FF2B5EF4-FFF2-40B4-BE49-F238E27FC236}">
                <a16:creationId xmlns:a16="http://schemas.microsoft.com/office/drawing/2014/main" id="{7C0FCFF4-BD92-4F5A-90EF-C7DC30C7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43875"/>
            <a:ext cx="918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property two works first.</a:t>
            </a:r>
          </a:p>
        </p:txBody>
      </p:sp>
      <p:sp>
        <p:nvSpPr>
          <p:cNvPr id="13" name="v2-cta">
            <a:extLst xmlns:a="http://schemas.openxmlformats.org/drawingml/2006/main">
              <a:ext uri="{FF2B5EF4-FFF2-40B4-BE49-F238E27FC236}">
                <a16:creationId xmlns:a16="http://schemas.microsoft.com/office/drawing/2014/main" id="{BDA91370-0330-49E2-99CA-84A79AAA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91600"/>
            <a:ext cx="925830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D7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38100" rIns="1524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07132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321"/>
                </a:solidFill>
                <a:latin typeface="Arial"/>
                <a:ea typeface="Arial"/>
                <a:cs typeface="Arial"/>
              </a:rPr>
              <a:t>CHECK PROPERTY TWO</a:t>
            </a:r>
          </a:p>
        </p:txBody>
      </p:sp>
    </p:spTree>
    <p:extLst>
      <p:ext uri="{BB962C8B-B14F-4D97-AF65-F5344CB8AC3E}">
        <p14:creationId xmlns:p14="http://schemas.microsoft.com/office/powerpoint/2010/main" val="2108937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2026-08-07T12:34:46.8140000Z</dcterms:created>
  <dcterms:modified xsi:type="dcterms:W3CDTF">2026-08-07T12:34:46.8140000Z</dcterms:modified>
</coreProperties>
</file>