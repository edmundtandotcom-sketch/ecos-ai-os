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f9d8d4d43e4151" /><Relationship Type="http://schemas.openxmlformats.org/officeDocument/2006/relationships/extended-properties" Target="/docProps/app.xml" Id="R2321c0cda8fa4362" /><Relationship Type="http://schemas.openxmlformats.org/officeDocument/2006/relationships/officeDocument" Target="/ppt/presentation.xml" Id="Rf867baa645184f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613218ac304eec"/>
  </p:sldMasterIdLst>
  <p:notesMasterIdLst>
    <p:notesMasterId xmlns:r="http://schemas.openxmlformats.org/officeDocument/2006/relationships" r:id="Ra8bf9444230941c3"/>
  </p:notesMasterIdLst>
  <p:sldIdLst>
    <p:sldId xmlns:r="http://schemas.openxmlformats.org/officeDocument/2006/relationships" id="256" r:id="R8d99f0e4091c4edd"/>
    <p:sldId xmlns:r="http://schemas.openxmlformats.org/officeDocument/2006/relationships" id="257" r:id="Rebf82ac1d2df4026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e605e3b5a24425" /><Relationship Type="http://schemas.openxmlformats.org/officeDocument/2006/relationships/slideMaster" Target="/ppt/slideMasters/slideMaster1.xml" Id="R95613218ac304eec" /><Relationship Type="http://schemas.openxmlformats.org/officeDocument/2006/relationships/notesMaster" Target="/ppt/notesMasters/notesMaster1.xml" Id="Ra8bf9444230941c3" /><Relationship Type="http://schemas.openxmlformats.org/officeDocument/2006/relationships/presProps" Target="/ppt/presProps.xml" Id="Ra673294589c94d30" /><Relationship Type="http://schemas.openxmlformats.org/officeDocument/2006/relationships/tableStyles" Target="/ppt/tableStyles.xml" Id="R863c256228d648b2" /><Relationship Type="http://schemas.openxmlformats.org/officeDocument/2006/relationships/slide" Target="/ppt/slides/slide1.xml" Id="R8d99f0e4091c4edd" /><Relationship Type="http://schemas.openxmlformats.org/officeDocument/2006/relationships/slide" Target="/ppt/slides/slide2.xml" Id="Rebf82ac1d2df40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ca4b69ab2e47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7d19c83dba4510" /><Relationship Type="http://schemas.openxmlformats.org/officeDocument/2006/relationships/notesMaster" Target="/ppt/notesMasters/notesMaster1.xml" Id="Rdfd560e6c70049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2f58c6316b475f" /><Relationship Type="http://schemas.openxmlformats.org/officeDocument/2006/relationships/notesMaster" Target="/ppt/notesMasters/notesMaster1.xml" Id="R0dcef4e5bdd44d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Pasted text(20260806-134802).txt: approved buyer-facing promise; proof restrictions; no approved detailed client case studies.</a:t>
            </a:r>
          </a:p>
          <a:p xmlns:a="http://schemas.openxmlformats.org/drawingml/2006/main">
            <a:r>
              <a:t>- The Second Property Ladder x One-Property Trap - FINAL CATEGORY KING HANDOVER BLUEPRINT.docx: approved framework outputs and audience positioning.</a:t>
            </a:r>
          </a:p>
          <a:p xmlns:a="http://schemas.openxmlformats.org/drawingml/2006/main">
            <a:r>
              <a:t>- Format 3 Version 1 is an outcome-led transformation story, not a claimed client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Pasted text(20260806-134802).txt: approved buyer-facing promise; proof restrictions; no approved detailed client case studies.</a:t>
            </a:r>
          </a:p>
          <a:p xmlns:a="http://schemas.openxmlformats.org/drawingml/2006/main">
            <a:r>
              <a:t>- The Second Property Ladder x One-Property Trap - FINAL CATEGORY KING HANDOVER BLUEPRINT.docx: approved framework outputs and audience positioning.</a:t>
            </a:r>
          </a:p>
          <a:p xmlns:a="http://schemas.openxmlformats.org/drawingml/2006/main">
            <a:r>
              <a:t>- Format 3 Version 2 is an outcome-led transformation story, not a claimed client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18858bdef41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b1ff499faf42e2" /><Relationship Type="http://schemas.openxmlformats.org/officeDocument/2006/relationships/slideLayout" Target="/ppt/slideLayouts/slideLayout1.xml" Id="R6b716d41803542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716d41803542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adb069f5b4420" /><Relationship Type="http://schemas.openxmlformats.org/officeDocument/2006/relationships/notesSlide" Target="/ppt/notesSlides/notesSlide1.xml" Id="R9990ea7147d848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d4adeb0754fce" /><Relationship Type="http://schemas.openxmlformats.org/officeDocument/2006/relationships/notesSlide" Target="/ppt/notesSlides/notesSlide2.xml" Id="Rdf7ed9d87edd4d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FE57E41E-E580-4CC3-B801-2AD23375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5720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E1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8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82E"/>
                </a:solidFill>
                <a:latin typeface="Arial"/>
                <a:ea typeface="Arial"/>
                <a:cs typeface="Arial"/>
              </a:rPr>
              <a:t>THE SECOND-PROPERTY OUTCOME</a:t>
            </a:r>
          </a:p>
        </p:txBody>
      </p:sp>
      <p:sp>
        <p:nvSpPr>
          <p:cNvPr id="2" name="v1-line-1">
            <a:extLst xmlns:a="http://schemas.openxmlformats.org/drawingml/2006/main">
              <a:ext uri="{FF2B5EF4-FFF2-40B4-BE49-F238E27FC236}">
                <a16:creationId xmlns:a16="http://schemas.microsoft.com/office/drawing/2014/main" id="{DB6E69D2-C36D-432C-9DF3-29CC7BAF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915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FROM ONE PROPERTY</a:t>
            </a:r>
          </a:p>
        </p:txBody>
      </p:sp>
      <p:sp>
        <p:nvSpPr>
          <p:cNvPr id="3" name="v1-line-2">
            <a:extLst xmlns:a="http://schemas.openxmlformats.org/drawingml/2006/main">
              <a:ext uri="{FF2B5EF4-FFF2-40B4-BE49-F238E27FC236}">
                <a16:creationId xmlns:a16="http://schemas.microsoft.com/office/drawing/2014/main" id="{229195A7-5671-4A99-B0AC-3A87A878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8915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TO ONE CLEAR</a:t>
            </a:r>
          </a:p>
        </p:txBody>
      </p:sp>
      <p:sp>
        <p:nvSpPr>
          <p:cNvPr id="4" name="v1-line-3">
            <a:extLst xmlns:a="http://schemas.openxmlformats.org/drawingml/2006/main">
              <a:ext uri="{FF2B5EF4-FFF2-40B4-BE49-F238E27FC236}">
                <a16:creationId xmlns:a16="http://schemas.microsoft.com/office/drawing/2014/main" id="{10088457-E778-4BFA-80BC-DF93AFD9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8915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FD24A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FD24A"/>
                </a:solidFill>
                <a:latin typeface="Arial"/>
                <a:ea typeface="Arial"/>
                <a:cs typeface="Arial"/>
              </a:rPr>
              <a:t>PLAN FOR TWO.</a:t>
            </a:r>
          </a:p>
        </p:txBody>
      </p:sp>
      <p:sp>
        <p:nvSpPr>
          <p:cNvPr id="5" name="v1-support">
            <a:extLst xmlns:a="http://schemas.openxmlformats.org/drawingml/2006/main">
              <a:ext uri="{FF2B5EF4-FFF2-40B4-BE49-F238E27FC236}">
                <a16:creationId xmlns:a16="http://schemas.microsoft.com/office/drawing/2014/main" id="{1A1473BA-3E13-4F03-B4F2-634CBF4F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8858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>
                <a:solidFill>
                  <a:srgbClr val="CCD6E3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CCD6E3"/>
                </a:solidFill>
                <a:latin typeface="Arial"/>
                <a:ea typeface="Arial"/>
                <a:cs typeface="Arial"/>
              </a:rPr>
              <a:t>Know whether to keep, sell, put the home under one spouse’s name, or prepare — and </a:t>
            </a:r>
            <a:r>
              <a:rPr sz="23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what property two must do</a:t>
            </a:r>
            <a:r>
              <a:rPr sz="2325">
                <a:solidFill>
                  <a:srgbClr val="CCD6E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v1-result-strip-label">
            <a:extLst xmlns:a="http://schemas.openxmlformats.org/drawingml/2006/main">
              <a:ext uri="{FF2B5EF4-FFF2-40B4-BE49-F238E27FC236}">
                <a16:creationId xmlns:a16="http://schemas.microsoft.com/office/drawing/2014/main" id="{AA9BCED8-8381-4792-9403-74424FFD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341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E1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5E1D1"/>
                </a:solidFill>
                <a:latin typeface="Arial"/>
                <a:ea typeface="Arial"/>
                <a:cs typeface="Arial"/>
              </a:rPr>
              <a:t>WHAT THE PLAN GIVES YOU</a:t>
            </a:r>
          </a:p>
        </p:txBody>
      </p:sp>
      <p:sp>
        <p:nvSpPr>
          <p:cNvPr id="7" name="outcome-card-1">
            <a:extLst xmlns:a="http://schemas.openxmlformats.org/drawingml/2006/main">
              <a:ext uri="{FF2B5EF4-FFF2-40B4-BE49-F238E27FC236}">
                <a16:creationId xmlns:a16="http://schemas.microsoft.com/office/drawing/2014/main" id="{4EE9276C-342A-4469-A80C-55A8EFDA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19950"/>
            <a:ext cx="26860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02845"/>
          </a:solidFill>
          <a:ln xmlns:a="http://schemas.openxmlformats.org/drawingml/2006/main" w="19050">
            <a:solidFill>
              <a:srgbClr val="2C496B"/>
            </a:solidFill>
            <a:prstDash val="solid"/>
          </a:ln>
        </p:spPr>
      </p:sp>
      <p:sp>
        <p:nvSpPr>
          <p:cNvPr id="8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9EA0002B-F2DE-422C-9AF0-5CC0D49C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00925"/>
            <a:ext cx="57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5E1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5E1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outcome-label-1">
            <a:extLst xmlns:a="http://schemas.openxmlformats.org/drawingml/2006/main">
              <a:ext uri="{FF2B5EF4-FFF2-40B4-BE49-F238E27FC236}">
                <a16:creationId xmlns:a16="http://schemas.microsoft.com/office/drawing/2014/main" id="{9F8CC436-5E50-48A1-A741-FC839320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48550"/>
            <a:ext cx="1781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RIGHT ROUTE</a:t>
            </a:r>
          </a:p>
        </p:txBody>
      </p:sp>
      <p:sp>
        <p:nvSpPr>
          <p:cNvPr id="10" name="outcome-card-2">
            <a:extLst xmlns:a="http://schemas.openxmlformats.org/drawingml/2006/main">
              <a:ext uri="{FF2B5EF4-FFF2-40B4-BE49-F238E27FC236}">
                <a16:creationId xmlns:a16="http://schemas.microsoft.com/office/drawing/2014/main" id="{386B9DDE-8464-4763-A2AE-E3A14488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219950"/>
            <a:ext cx="26860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02845"/>
          </a:solidFill>
          <a:ln xmlns:a="http://schemas.openxmlformats.org/drawingml/2006/main" w="19050">
            <a:solidFill>
              <a:srgbClr val="2C496B"/>
            </a:solidFill>
            <a:prstDash val="solid"/>
          </a:ln>
        </p:spPr>
      </p:sp>
      <p:sp>
        <p:nvSpPr>
          <p:cNvPr id="11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A96BF8B4-511F-4F37-A84F-248CABB6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400925"/>
            <a:ext cx="57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5E1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5E1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outcome-label-2">
            <a:extLst xmlns:a="http://schemas.openxmlformats.org/drawingml/2006/main">
              <a:ext uri="{FF2B5EF4-FFF2-40B4-BE49-F238E27FC236}">
                <a16:creationId xmlns:a16="http://schemas.microsoft.com/office/drawing/2014/main" id="{1CD394B7-3949-47C6-9D04-C61BEDD9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448550"/>
            <a:ext cx="1781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SAFE BUDGET</a:t>
            </a:r>
          </a:p>
        </p:txBody>
      </p:sp>
      <p:sp>
        <p:nvSpPr>
          <p:cNvPr id="13" name="outcome-card-3">
            <a:extLst xmlns:a="http://schemas.openxmlformats.org/drawingml/2006/main">
              <a:ext uri="{FF2B5EF4-FFF2-40B4-BE49-F238E27FC236}">
                <a16:creationId xmlns:a16="http://schemas.microsoft.com/office/drawing/2014/main" id="{ED767D98-1281-46B5-956F-81D9A672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219950"/>
            <a:ext cx="31051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02845"/>
          </a:solidFill>
          <a:ln xmlns:a="http://schemas.openxmlformats.org/drawingml/2006/main" w="19050">
            <a:solidFill>
              <a:srgbClr val="2C496B"/>
            </a:solidFill>
            <a:prstDash val="solid"/>
          </a:ln>
        </p:spPr>
      </p:sp>
      <p:sp>
        <p:nvSpPr>
          <p:cNvPr id="14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9D2A8A25-C853-473D-82A1-FA0ACF56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400925"/>
            <a:ext cx="57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5E1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5E1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outcome-label-3">
            <a:extLst xmlns:a="http://schemas.openxmlformats.org/drawingml/2006/main">
              <a:ext uri="{FF2B5EF4-FFF2-40B4-BE49-F238E27FC236}">
                <a16:creationId xmlns:a16="http://schemas.microsoft.com/office/drawing/2014/main" id="{A7924239-C727-4A3D-9628-5F867954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448550"/>
            <a:ext cx="2200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BUYING BRIEF</a:t>
            </a:r>
          </a:p>
        </p:txBody>
      </p:sp>
      <p:sp>
        <p:nvSpPr>
          <p:cNvPr id="16" name="shared-cta">
            <a:extLst xmlns:a="http://schemas.openxmlformats.org/drawingml/2006/main">
              <a:ext uri="{FF2B5EF4-FFF2-40B4-BE49-F238E27FC236}">
                <a16:creationId xmlns:a16="http://schemas.microsoft.com/office/drawing/2014/main" id="{E516109F-34A8-4784-B85A-59C015C5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896350"/>
            <a:ext cx="77724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2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52400" tIns="0" rIns="1524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7182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7182E"/>
                </a:solidFill>
                <a:latin typeface="Arial"/>
                <a:ea typeface="Arial"/>
                <a:cs typeface="Arial"/>
              </a:rPr>
              <a:t>BUILD MY SECOND-PROPERTY PLAN  →</a:t>
            </a:r>
          </a:p>
        </p:txBody>
      </p:sp>
    </p:spTree>
    <p:extLst>
      <p:ext uri="{BB962C8B-B14F-4D97-AF65-F5344CB8AC3E}">
        <p14:creationId xmlns:p14="http://schemas.microsoft.com/office/powerpoint/2010/main" val="17273886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9ECB22BD-2DE8-418E-9FC3-A7B60755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5720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E1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8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82E"/>
                </a:solidFill>
                <a:latin typeface="Arial"/>
                <a:ea typeface="Arial"/>
                <a:cs typeface="Arial"/>
              </a:rPr>
              <a:t>THE RESULT MOST OWNERS MISS</a:t>
            </a:r>
          </a:p>
        </p:txBody>
      </p:sp>
      <p:sp>
        <p:nvSpPr>
          <p:cNvPr id="2" name="v2-line-1">
            <a:extLst xmlns:a="http://schemas.openxmlformats.org/drawingml/2006/main">
              <a:ext uri="{FF2B5EF4-FFF2-40B4-BE49-F238E27FC236}">
                <a16:creationId xmlns:a16="http://schemas.microsoft.com/office/drawing/2014/main" id="{5CF2698A-30BA-48A9-80C1-FA57BBBF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915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READY FOR TWO.</a:t>
            </a:r>
          </a:p>
        </p:txBody>
      </p:sp>
      <p:sp>
        <p:nvSpPr>
          <p:cNvPr id="3" name="v2-line-2">
            <a:extLst xmlns:a="http://schemas.openxmlformats.org/drawingml/2006/main">
              <a:ext uri="{FF2B5EF4-FFF2-40B4-BE49-F238E27FC236}">
                <a16:creationId xmlns:a16="http://schemas.microsoft.com/office/drawing/2014/main" id="{F11E3B1D-FBF8-49FB-BFC4-F184A645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915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91"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STILL STUCK</a:t>
            </a:r>
          </a:p>
        </p:txBody>
      </p:sp>
      <p:sp>
        <p:nvSpPr>
          <p:cNvPr id="4" name="v2-line-3">
            <a:extLst xmlns:a="http://schemas.openxmlformats.org/drawingml/2006/main">
              <a:ext uri="{FF2B5EF4-FFF2-40B4-BE49-F238E27FC236}">
                <a16:creationId xmlns:a16="http://schemas.microsoft.com/office/drawing/2014/main" id="{3B9140B7-D1FD-4226-B52F-490B3B48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8915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 algn="l">
              <a:defRPr sz="7650" b="1">
                <a:solidFill>
                  <a:srgbClr val="FF3955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FF3955"/>
                </a:solidFill>
                <a:latin typeface="Arial"/>
                <a:ea typeface="Arial"/>
                <a:cs typeface="Arial"/>
              </a:rPr>
              <a:t>AT ONE?</a:t>
            </a:r>
          </a:p>
        </p:txBody>
      </p:sp>
      <p:sp>
        <p:nvSpPr>
          <p:cNvPr id="5" name="v2-support">
            <a:extLst xmlns:a="http://schemas.openxmlformats.org/drawingml/2006/main">
              <a:ext uri="{FF2B5EF4-FFF2-40B4-BE49-F238E27FC236}">
                <a16:creationId xmlns:a16="http://schemas.microsoft.com/office/drawing/2014/main" id="{9A2E0845-5AE2-492C-9833-5A44096A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8858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75">
                <a:solidFill>
                  <a:srgbClr val="CCD6E3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CCD6E3"/>
                </a:solidFill>
                <a:latin typeface="Arial"/>
                <a:ea typeface="Arial"/>
                <a:cs typeface="Arial"/>
              </a:rPr>
              <a:t>Your income, equity, cash and CPF can be ready — while </a:t>
            </a:r>
            <a:r>
              <a:rPr sz="24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your next move is still wrong</a:t>
            </a:r>
            <a:r>
              <a:rPr sz="2475">
                <a:solidFill>
                  <a:srgbClr val="CCD6E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v2-result-strip-label">
            <a:extLst xmlns:a="http://schemas.openxmlformats.org/drawingml/2006/main">
              <a:ext uri="{FF2B5EF4-FFF2-40B4-BE49-F238E27FC236}">
                <a16:creationId xmlns:a16="http://schemas.microsoft.com/office/drawing/2014/main" id="{8F63826A-A4D0-4DA1-B071-FBE655EF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341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E1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5E1D1"/>
                </a:solidFill>
                <a:latin typeface="Arial"/>
                <a:ea typeface="Arial"/>
                <a:cs typeface="Arial"/>
              </a:rPr>
              <a:t>WHAT A COMPLETE PLAN FIXES</a:t>
            </a:r>
          </a:p>
        </p:txBody>
      </p:sp>
      <p:sp>
        <p:nvSpPr>
          <p:cNvPr id="7" name="outcome-card-1">
            <a:extLst xmlns:a="http://schemas.openxmlformats.org/drawingml/2006/main">
              <a:ext uri="{FF2B5EF4-FFF2-40B4-BE49-F238E27FC236}">
                <a16:creationId xmlns:a16="http://schemas.microsoft.com/office/drawing/2014/main" id="{B4898365-2573-4855-96E5-47AE6B84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19950"/>
            <a:ext cx="26860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02845"/>
          </a:solidFill>
          <a:ln xmlns:a="http://schemas.openxmlformats.org/drawingml/2006/main" w="19050">
            <a:solidFill>
              <a:srgbClr val="2C496B"/>
            </a:solidFill>
            <a:prstDash val="solid"/>
          </a:ln>
        </p:spPr>
      </p:sp>
      <p:sp>
        <p:nvSpPr>
          <p:cNvPr id="8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5268A000-AD04-4600-8620-E1F5EAF1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00925"/>
            <a:ext cx="57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5E1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5E1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outcome-label-1">
            <a:extLst xmlns:a="http://schemas.openxmlformats.org/drawingml/2006/main">
              <a:ext uri="{FF2B5EF4-FFF2-40B4-BE49-F238E27FC236}">
                <a16:creationId xmlns:a16="http://schemas.microsoft.com/office/drawing/2014/main" id="{D7296D30-6C80-45B0-9F96-188A793C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48550"/>
            <a:ext cx="1781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RIGHT ROUTE</a:t>
            </a:r>
          </a:p>
        </p:txBody>
      </p:sp>
      <p:sp>
        <p:nvSpPr>
          <p:cNvPr id="10" name="outcome-card-2">
            <a:extLst xmlns:a="http://schemas.openxmlformats.org/drawingml/2006/main">
              <a:ext uri="{FF2B5EF4-FFF2-40B4-BE49-F238E27FC236}">
                <a16:creationId xmlns:a16="http://schemas.microsoft.com/office/drawing/2014/main" id="{0E9825E3-CD5B-4476-84D7-AD6AF5E1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219950"/>
            <a:ext cx="26860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02845"/>
          </a:solidFill>
          <a:ln xmlns:a="http://schemas.openxmlformats.org/drawingml/2006/main" w="19050">
            <a:solidFill>
              <a:srgbClr val="2C496B"/>
            </a:solidFill>
            <a:prstDash val="solid"/>
          </a:ln>
        </p:spPr>
      </p:sp>
      <p:sp>
        <p:nvSpPr>
          <p:cNvPr id="11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BADF8DCF-537D-4EF7-94B2-515970CA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400925"/>
            <a:ext cx="57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5E1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5E1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outcome-label-2">
            <a:extLst xmlns:a="http://schemas.openxmlformats.org/drawingml/2006/main">
              <a:ext uri="{FF2B5EF4-FFF2-40B4-BE49-F238E27FC236}">
                <a16:creationId xmlns:a16="http://schemas.microsoft.com/office/drawing/2014/main" id="{C77E50F0-11EF-416E-A215-49E722E9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448550"/>
            <a:ext cx="1781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SAFE BUDGET</a:t>
            </a:r>
          </a:p>
        </p:txBody>
      </p:sp>
      <p:sp>
        <p:nvSpPr>
          <p:cNvPr id="13" name="outcome-card-3">
            <a:extLst xmlns:a="http://schemas.openxmlformats.org/drawingml/2006/main">
              <a:ext uri="{FF2B5EF4-FFF2-40B4-BE49-F238E27FC236}">
                <a16:creationId xmlns:a16="http://schemas.microsoft.com/office/drawing/2014/main" id="{06A40C78-07C7-4829-8571-0E3D173A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219950"/>
            <a:ext cx="31051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02845"/>
          </a:solidFill>
          <a:ln xmlns:a="http://schemas.openxmlformats.org/drawingml/2006/main" w="19050">
            <a:solidFill>
              <a:srgbClr val="2C496B"/>
            </a:solidFill>
            <a:prstDash val="solid"/>
          </a:ln>
        </p:spPr>
      </p:sp>
      <p:sp>
        <p:nvSpPr>
          <p:cNvPr id="14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EA05C097-A4F9-4A2B-9434-5383289F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400925"/>
            <a:ext cx="57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5E1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5E1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outcome-label-3">
            <a:extLst xmlns:a="http://schemas.openxmlformats.org/drawingml/2006/main">
              <a:ext uri="{FF2B5EF4-FFF2-40B4-BE49-F238E27FC236}">
                <a16:creationId xmlns:a16="http://schemas.microsoft.com/office/drawing/2014/main" id="{63A290CA-AB1E-4C6A-803F-7CCD5868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448550"/>
            <a:ext cx="2200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BUYING BRIEF</a:t>
            </a:r>
          </a:p>
        </p:txBody>
      </p:sp>
      <p:sp>
        <p:nvSpPr>
          <p:cNvPr id="16" name="shared-cta">
            <a:extLst xmlns:a="http://schemas.openxmlformats.org/drawingml/2006/main">
              <a:ext uri="{FF2B5EF4-FFF2-40B4-BE49-F238E27FC236}">
                <a16:creationId xmlns:a16="http://schemas.microsoft.com/office/drawing/2014/main" id="{AE9685C8-BD50-449E-B4C7-B29CCCC7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896350"/>
            <a:ext cx="77724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2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52400" tIns="0" rIns="1524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7182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7182E"/>
                </a:solidFill>
                <a:latin typeface="Arial"/>
                <a:ea typeface="Arial"/>
                <a:cs typeface="Arial"/>
              </a:rPr>
              <a:t>BUILD MY SECOND-PROPERTY PLAN  →</a:t>
            </a:r>
          </a:p>
        </p:txBody>
      </p:sp>
    </p:spTree>
    <p:extLst>
      <p:ext uri="{BB962C8B-B14F-4D97-AF65-F5344CB8AC3E}">
        <p14:creationId xmlns:p14="http://schemas.microsoft.com/office/powerpoint/2010/main" val="1632789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2026-08-07T07:22:27.4440000Z</dcterms:created>
  <dcterms:modified xsi:type="dcterms:W3CDTF">2026-08-07T07:22:27.4440000Z</dcterms:modified>
</coreProperties>
</file>