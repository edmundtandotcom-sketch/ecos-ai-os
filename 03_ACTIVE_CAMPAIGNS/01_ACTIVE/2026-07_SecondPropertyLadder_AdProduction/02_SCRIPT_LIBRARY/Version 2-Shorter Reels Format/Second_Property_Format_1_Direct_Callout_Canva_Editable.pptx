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de33e199644a09" /><Relationship Type="http://schemas.openxmlformats.org/officeDocument/2006/relationships/extended-properties" Target="/docProps/app.xml" Id="R7f4f420109f742b5" /><Relationship Type="http://schemas.openxmlformats.org/officeDocument/2006/relationships/officeDocument" Target="/ppt/presentation.xml" Id="R81f869b4deed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6a915b515430e"/>
  </p:sldMasterIdLst>
  <p:notesMasterIdLst>
    <p:notesMasterId xmlns:r="http://schemas.openxmlformats.org/officeDocument/2006/relationships" r:id="R39d8ab2c25ef4e97"/>
  </p:notesMasterIdLst>
  <p:sldIdLst>
    <p:sldId xmlns:r="http://schemas.openxmlformats.org/officeDocument/2006/relationships" id="256" r:id="Rf91edf540c7b4774"/>
    <p:sldId xmlns:r="http://schemas.openxmlformats.org/officeDocument/2006/relationships" id="257" r:id="Rb907342cbf8347b2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9c0b0bb3044fd2" /><Relationship Type="http://schemas.openxmlformats.org/officeDocument/2006/relationships/slideMaster" Target="/ppt/slideMasters/slideMaster1.xml" Id="Rf766a915b515430e" /><Relationship Type="http://schemas.openxmlformats.org/officeDocument/2006/relationships/notesMaster" Target="/ppt/notesMasters/notesMaster1.xml" Id="R39d8ab2c25ef4e97" /><Relationship Type="http://schemas.openxmlformats.org/officeDocument/2006/relationships/presProps" Target="/ppt/presProps.xml" Id="Reb3e6af818174d7c" /><Relationship Type="http://schemas.openxmlformats.org/officeDocument/2006/relationships/tableStyles" Target="/ppt/tableStyles.xml" Id="Rcf59713e8cb34312" /><Relationship Type="http://schemas.openxmlformats.org/officeDocument/2006/relationships/slide" Target="/ppt/slides/slide1.xml" Id="Rf91edf540c7b4774" /><Relationship Type="http://schemas.openxmlformats.org/officeDocument/2006/relationships/slide" Target="/ppt/slides/slide2.xml" Id="Rb907342cbf83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888f750ee9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feae0f35a48ab" /><Relationship Type="http://schemas.openxmlformats.org/officeDocument/2006/relationships/notesMaster" Target="/ppt/notesMasters/notesMaster1.xml" Id="R4722ccd6f24c49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f0901107334ced" /><Relationship Type="http://schemas.openxmlformats.org/officeDocument/2006/relationships/notesMaster" Target="/ppt/notesMasters/notesMaster1.xml" Id="R55d82b296b11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Batch 3A direct-question ad reference montage in the current session.</a:t>
            </a:r>
          </a:p>
          <a:p xmlns:a="http://schemas.openxmlformats.org/drawingml/2006/main">
            <a:r>
              <a:t>- Format 1 Version 1 copy approved through the current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Batch 3A direct-question ad reference montage in the current session.</a:t>
            </a:r>
          </a:p>
          <a:p xmlns:a="http://schemas.openxmlformats.org/drawingml/2006/main">
            <a:r>
              <a:t>- Format 1 Version 2 copy approved through the current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86e2684d0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afe78f9d5d4ed4" /><Relationship Type="http://schemas.openxmlformats.org/officeDocument/2006/relationships/slideLayout" Target="/ppt/slideLayouts/slideLayout1.xml" Id="Rda55590cfa9c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5590cfa9c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995adf1274c54" /><Relationship Type="http://schemas.openxmlformats.org/officeDocument/2006/relationships/notesSlide" Target="/ppt/notesSlides/notesSlide1.xml" Id="R7824f451f765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cf48566e740bd" /><Relationship Type="http://schemas.openxmlformats.org/officeDocument/2006/relationships/notesSlide" Target="/ppt/notesSlides/notesSlide2.xml" Id="R006f4446e27f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sion1-situation-callout">
            <a:extLst xmlns:a="http://schemas.openxmlformats.org/drawingml/2006/main">
              <a:ext uri="{FF2B5EF4-FFF2-40B4-BE49-F238E27FC236}">
                <a16:creationId xmlns:a16="http://schemas.microsoft.com/office/drawing/2014/main" id="{C27B4D33-FA24-4FD0-87F7-B0153DF4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928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283E"/>
                </a:solidFill>
                <a:latin typeface="Arial"/>
                <a:ea typeface="Arial"/>
                <a:cs typeface="Arial"/>
              </a:rPr>
              <a:t>CONSIDERING DECOUPLING?</a:t>
            </a:r>
          </a:p>
        </p:txBody>
      </p:sp>
      <p:sp>
        <p:nvSpPr>
          <p:cNvPr id="2" name="version1-direct-question">
            <a:extLst xmlns:a="http://schemas.openxmlformats.org/drawingml/2006/main">
              <a:ext uri="{FF2B5EF4-FFF2-40B4-BE49-F238E27FC236}">
                <a16:creationId xmlns:a16="http://schemas.microsoft.com/office/drawing/2014/main" id="{FE43EF97-245D-44FB-9725-F2DEF67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876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HAVE YOU CHECKED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OTHER SPOUSE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ACTUALLY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AFFORD TO BUY?</a:t>
            </a:r>
          </a:p>
        </p:txBody>
      </p:sp>
    </p:spTree>
    <p:extLst>
      <p:ext uri="{BB962C8B-B14F-4D97-AF65-F5344CB8AC3E}">
        <p14:creationId xmlns:p14="http://schemas.microsoft.com/office/powerpoint/2010/main" val="1727271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sion2-situation-callout">
            <a:extLst xmlns:a="http://schemas.openxmlformats.org/drawingml/2006/main">
              <a:ext uri="{FF2B5EF4-FFF2-40B4-BE49-F238E27FC236}">
                <a16:creationId xmlns:a16="http://schemas.microsoft.com/office/drawing/2014/main" id="{073FAC4D-D35C-4711-86D6-62C5BC8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928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283E"/>
                </a:solidFill>
                <a:latin typeface="Arial"/>
                <a:ea typeface="Arial"/>
                <a:cs typeface="Arial"/>
              </a:rPr>
              <a:t>ABOUT TO DECOUPLE?</a:t>
            </a:r>
          </a:p>
        </p:txBody>
      </p:sp>
      <p:sp>
        <p:nvSpPr>
          <p:cNvPr id="2" name="version2-direct-question">
            <a:extLst xmlns:a="http://schemas.openxmlformats.org/drawingml/2006/main">
              <a:ext uri="{FF2B5EF4-FFF2-40B4-BE49-F238E27FC236}">
                <a16:creationId xmlns:a16="http://schemas.microsoft.com/office/drawing/2014/main" id="{C9FC571D-B9E4-494C-936A-63AE9F3B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8763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ARE YOU REMOVING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SPOUSE'S NAME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BEFORE CHECKING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THAT SPOUSE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CAN EVEN BUY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u="sng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PROPERTY TWO?</a:t>
            </a:r>
          </a:p>
        </p:txBody>
      </p:sp>
    </p:spTree>
    <p:extLst>
      <p:ext uri="{BB962C8B-B14F-4D97-AF65-F5344CB8AC3E}">
        <p14:creationId xmlns:p14="http://schemas.microsoft.com/office/powerpoint/2010/main" val="683059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2026-08-07T06:19:56.6110000Z</dcterms:created>
  <dcterms:modified xsi:type="dcterms:W3CDTF">2026-08-07T06:19:56.6110000Z</dcterms:modified>
</coreProperties>
</file>