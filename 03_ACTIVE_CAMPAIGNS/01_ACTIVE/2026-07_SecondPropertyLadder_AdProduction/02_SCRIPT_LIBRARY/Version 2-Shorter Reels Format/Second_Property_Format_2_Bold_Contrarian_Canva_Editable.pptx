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26b6aabf48485b" /><Relationship Type="http://schemas.openxmlformats.org/officeDocument/2006/relationships/extended-properties" Target="/docProps/app.xml" Id="R93731875b8b04c97" /><Relationship Type="http://schemas.openxmlformats.org/officeDocument/2006/relationships/officeDocument" Target="/ppt/presentation.xml" Id="Rece7052ba7e942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8d73065c0d4680"/>
  </p:sldMasterIdLst>
  <p:notesMasterIdLst>
    <p:notesMasterId xmlns:r="http://schemas.openxmlformats.org/officeDocument/2006/relationships" r:id="Rcc7bb2f311e94414"/>
  </p:notesMasterIdLst>
  <p:sldIdLst>
    <p:sldId xmlns:r="http://schemas.openxmlformats.org/officeDocument/2006/relationships" id="256" r:id="R56b7d2b6ea554fe9"/>
    <p:sldId xmlns:r="http://schemas.openxmlformats.org/officeDocument/2006/relationships" id="257" r:id="Rbfc598d2e654479d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b2f115bdc4d49" /><Relationship Type="http://schemas.openxmlformats.org/officeDocument/2006/relationships/slideMaster" Target="/ppt/slideMasters/slideMaster1.xml" Id="Rd98d73065c0d4680" /><Relationship Type="http://schemas.openxmlformats.org/officeDocument/2006/relationships/notesMaster" Target="/ppt/notesMasters/notesMaster1.xml" Id="Rcc7bb2f311e94414" /><Relationship Type="http://schemas.openxmlformats.org/officeDocument/2006/relationships/presProps" Target="/ppt/presProps.xml" Id="R306dd1c51a084505" /><Relationship Type="http://schemas.openxmlformats.org/officeDocument/2006/relationships/tableStyles" Target="/ppt/tableStyles.xml" Id="Rd7d4d35de71945f8" /><Relationship Type="http://schemas.openxmlformats.org/officeDocument/2006/relationships/slide" Target="/ppt/slides/slide1.xml" Id="R56b7d2b6ea554fe9" /><Relationship Type="http://schemas.openxmlformats.org/officeDocument/2006/relationships/slide" Target="/ppt/slides/slide2.xml" Id="Rbfc598d2e654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517e3b13cf49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4b09ffdf954f95" /><Relationship Type="http://schemas.openxmlformats.org/officeDocument/2006/relationships/notesMaster" Target="/ppt/notesMasters/notesMaster1.xml" Id="R72b472852ad143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4b175e1f62476b" /><Relationship Type="http://schemas.openxmlformats.org/officeDocument/2006/relationships/notesMaster" Target="/ppt/notesMasters/notesMaster1.xml" Id="R0184fe65f2584b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Batch 3B blunt/contrarian text-ad reference montage in the current session.</a:t>
            </a:r>
          </a:p>
          <a:p xmlns:a="http://schemas.openxmlformats.org/drawingml/2006/main">
            <a:r>
              <a:t>- Format 2 Version 1 copy developed and approved through the current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Batch 3B blunt/contrarian text-ad reference montage in the current session.</a:t>
            </a:r>
          </a:p>
          <a:p xmlns:a="http://schemas.openxmlformats.org/drawingml/2006/main">
            <a:r>
              <a:t>- Format 2 Version 2 copy developed and approved through the current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1bf288ded4e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126d94bb414249" /><Relationship Type="http://schemas.openxmlformats.org/officeDocument/2006/relationships/slideLayout" Target="/ppt/slideLayouts/slideLayout1.xml" Id="R3d59d07046ef43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59d07046ef43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ad14c14734be0" /><Relationship Type="http://schemas.openxmlformats.org/officeDocument/2006/relationships/notesSlide" Target="/ppt/notesSlides/notesSlide1.xml" Id="R41696843f4e242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9c3d0a1954562" /><Relationship Type="http://schemas.openxmlformats.org/officeDocument/2006/relationships/notesSlide" Target="/ppt/notesSlides/notesSlide2.xml" Id="Rd78fee5708f049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version1-label">
            <a:extLst xmlns:a="http://schemas.openxmlformats.org/drawingml/2006/main">
              <a:ext uri="{FF2B5EF4-FFF2-40B4-BE49-F238E27FC236}">
                <a16:creationId xmlns:a16="http://schemas.microsoft.com/office/drawing/2014/main" id="{A5AA5038-93B6-49E0-B35D-7797D676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6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CONSIDERING DECOUPLING?</a:t>
            </a:r>
          </a:p>
        </p:txBody>
      </p:sp>
      <p:sp>
        <p:nvSpPr>
          <p:cNvPr id="2" name="version1-belief-break">
            <a:extLst xmlns:a="http://schemas.openxmlformats.org/drawingml/2006/main">
              <a:ext uri="{FF2B5EF4-FFF2-40B4-BE49-F238E27FC236}">
                <a16:creationId xmlns:a16="http://schemas.microsoft.com/office/drawing/2014/main" id="{10751A64-19B5-41E6-B2D2-6555BF41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876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775" b="1">
                <a:solidFill>
                  <a:srgbClr val="F7F4E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7F4EF"/>
                </a:solidFill>
                <a:latin typeface="Arial"/>
                <a:ea typeface="Arial"/>
                <a:cs typeface="Arial"/>
              </a:rPr>
              <a:t>YOU CAN PUT YOUR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775" b="1">
                <a:solidFill>
                  <a:srgbClr val="F7F4E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7F4EF"/>
                </a:solidFill>
                <a:latin typeface="Arial"/>
                <a:ea typeface="Arial"/>
                <a:cs typeface="Arial"/>
              </a:rPr>
              <a:t>CONDO UNDER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775" b="1">
                <a:solidFill>
                  <a:srgbClr val="F7F4E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7F4EF"/>
                </a:solidFill>
                <a:latin typeface="Arial"/>
                <a:ea typeface="Arial"/>
                <a:cs typeface="Arial"/>
              </a:rPr>
              <a:t>ONE NAME—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775" b="1">
                <a:solidFill>
                  <a:srgbClr val="F7F4E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7F4EF"/>
                </a:solidFill>
                <a:latin typeface="Arial"/>
                <a:ea typeface="Arial"/>
                <a:cs typeface="Arial"/>
              </a:rPr>
              <a:t>AND STILL HAVE</a:t>
            </a:r>
          </a:p>
        </p:txBody>
      </p:sp>
      <p:sp>
        <p:nvSpPr>
          <p:cNvPr id="3" name="version1-consequence">
            <a:extLst xmlns:a="http://schemas.openxmlformats.org/drawingml/2006/main">
              <a:ext uri="{FF2B5EF4-FFF2-40B4-BE49-F238E27FC236}">
                <a16:creationId xmlns:a16="http://schemas.microsoft.com/office/drawing/2014/main" id="{C88125BB-7607-4A46-99EE-68E039A2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8763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7650" b="1">
                <a:solidFill>
                  <a:srgbClr val="FF3048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FF3048"/>
                </a:solidFill>
                <a:latin typeface="Arial"/>
                <a:ea typeface="Arial"/>
                <a:cs typeface="Arial"/>
              </a:rPr>
              <a:t>NO SECOND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7650" b="1">
                <a:solidFill>
                  <a:srgbClr val="FF3048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FF3048"/>
                </a:solidFill>
                <a:latin typeface="Arial"/>
                <a:ea typeface="Arial"/>
                <a:cs typeface="Arial"/>
              </a:rPr>
              <a:t>PROPERTY.</a:t>
            </a:r>
          </a:p>
        </p:txBody>
      </p:sp>
      <p:sp>
        <p:nvSpPr>
          <p:cNvPr id="4" name="version1-support">
            <a:extLst xmlns:a="http://schemas.openxmlformats.org/drawingml/2006/main">
              <a:ext uri="{FF2B5EF4-FFF2-40B4-BE49-F238E27FC236}">
                <a16:creationId xmlns:a16="http://schemas.microsoft.com/office/drawing/2014/main" id="{8F6CC0EF-B185-43E1-9AAB-D2E66EA3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0">
                <a:solidFill>
                  <a:srgbClr val="D8D4C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8D4CF"/>
                </a:solidFill>
                <a:latin typeface="Arial"/>
                <a:ea typeface="Arial"/>
                <a:cs typeface="Arial"/>
              </a:rPr>
              <a:t>Before changing anything, check whether the second purchase </a:t>
            </a: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actually works</a:t>
            </a:r>
            <a:r>
              <a:rPr sz="2250" b="0">
                <a:solidFill>
                  <a:srgbClr val="D8D4C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shared-cta">
            <a:extLst xmlns:a="http://schemas.openxmlformats.org/drawingml/2006/main">
              <a:ext uri="{FF2B5EF4-FFF2-40B4-BE49-F238E27FC236}">
                <a16:creationId xmlns:a16="http://schemas.microsoft.com/office/drawing/2014/main" id="{FC80DEB9-D92F-4E30-9D37-C046490D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01125"/>
            <a:ext cx="74295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26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YOUR NUMBERS FIRST →</a:t>
            </a:r>
          </a:p>
        </p:txBody>
      </p:sp>
    </p:spTree>
    <p:extLst>
      <p:ext uri="{BB962C8B-B14F-4D97-AF65-F5344CB8AC3E}">
        <p14:creationId xmlns:p14="http://schemas.microsoft.com/office/powerpoint/2010/main" val="2089024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ersion2-label">
            <a:extLst xmlns:a="http://schemas.openxmlformats.org/drawingml/2006/main">
              <a:ext uri="{FF2B5EF4-FFF2-40B4-BE49-F238E27FC236}">
                <a16:creationId xmlns:a16="http://schemas.microsoft.com/office/drawing/2014/main" id="{E8DBA5B5-2CD4-4B87-953E-B3D545D9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26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DECOUPLING</a:t>
            </a:r>
          </a:p>
        </p:txBody>
      </p:sp>
      <p:sp>
        <p:nvSpPr>
          <p:cNvPr id="2" name="version2-belief-break">
            <a:extLst xmlns:a="http://schemas.openxmlformats.org/drawingml/2006/main">
              <a:ext uri="{FF2B5EF4-FFF2-40B4-BE49-F238E27FC236}">
                <a16:creationId xmlns:a16="http://schemas.microsoft.com/office/drawing/2014/main" id="{B4867520-ACF0-4E3E-A853-1FE74400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876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400" b="1">
                <a:solidFill>
                  <a:srgbClr val="F7F4E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7F4EF"/>
                </a:solidFill>
                <a:latin typeface="Arial"/>
                <a:ea typeface="Arial"/>
                <a:cs typeface="Arial"/>
              </a:rPr>
              <a:t>DECOUPLING IS NOT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400" b="1">
                <a:solidFill>
                  <a:srgbClr val="F7F4E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7F4EF"/>
                </a:solidFill>
                <a:latin typeface="Arial"/>
                <a:ea typeface="Arial"/>
                <a:cs typeface="Arial"/>
              </a:rPr>
              <a:t>A SECOND-PROPERTY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400" b="1">
                <a:solidFill>
                  <a:srgbClr val="F7F4E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7F4EF"/>
                </a:solidFill>
                <a:latin typeface="Arial"/>
                <a:ea typeface="Arial"/>
                <a:cs typeface="Arial"/>
              </a:rPr>
              <a:t>PLAN.</a:t>
            </a:r>
          </a:p>
        </p:txBody>
      </p:sp>
      <p:sp>
        <p:nvSpPr>
          <p:cNvPr id="3" name="version2-cost">
            <a:extLst xmlns:a="http://schemas.openxmlformats.org/drawingml/2006/main">
              <a:ext uri="{FF2B5EF4-FFF2-40B4-BE49-F238E27FC236}">
                <a16:creationId xmlns:a16="http://schemas.microsoft.com/office/drawing/2014/main" id="{46B8A68F-FBB9-4B65-8B7A-9E7422A7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7F4E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4EF"/>
                </a:solidFill>
                <a:latin typeface="Arial"/>
                <a:ea typeface="Arial"/>
                <a:cs typeface="Arial"/>
              </a:rPr>
              <a:t>YOU COULD PAY TO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7F4E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4EF"/>
                </a:solidFill>
                <a:latin typeface="Arial"/>
                <a:ea typeface="Arial"/>
                <a:cs typeface="Arial"/>
              </a:rPr>
              <a:t>CHANGE THE OWNERSHIP—</a:t>
            </a:r>
          </a:p>
        </p:txBody>
      </p:sp>
      <p:sp>
        <p:nvSpPr>
          <p:cNvPr id="4" name="version2-consequence">
            <a:extLst xmlns:a="http://schemas.openxmlformats.org/drawingml/2006/main">
              <a:ext uri="{FF2B5EF4-FFF2-40B4-BE49-F238E27FC236}">
                <a16:creationId xmlns:a16="http://schemas.microsoft.com/office/drawing/2014/main" id="{A0DE78E3-1F7B-4862-A941-C4FFB1DB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876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6450" b="1">
                <a:solidFill>
                  <a:srgbClr val="FF3048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3048"/>
                </a:solidFill>
                <a:latin typeface="Arial"/>
                <a:ea typeface="Arial"/>
                <a:cs typeface="Arial"/>
              </a:rPr>
              <a:t>AND STILL BUY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6450" b="1">
                <a:solidFill>
                  <a:srgbClr val="FF3048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3048"/>
                </a:solidFill>
                <a:latin typeface="Arial"/>
                <a:ea typeface="Arial"/>
                <a:cs typeface="Arial"/>
              </a:rPr>
              <a:t>NOTHING.</a:t>
            </a:r>
          </a:p>
        </p:txBody>
      </p:sp>
      <p:sp>
        <p:nvSpPr>
          <p:cNvPr id="5" name="version2-support">
            <a:extLst xmlns:a="http://schemas.openxmlformats.org/drawingml/2006/main">
              <a:ext uri="{FF2B5EF4-FFF2-40B4-BE49-F238E27FC236}">
                <a16:creationId xmlns:a16="http://schemas.microsoft.com/office/drawing/2014/main" id="{805524B2-B331-4BC4-98B3-27BCE8A9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0">
                <a:solidFill>
                  <a:srgbClr val="D8D4C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D4CF"/>
                </a:solidFill>
                <a:latin typeface="Arial"/>
                <a:ea typeface="Arial"/>
                <a:cs typeface="Arial"/>
              </a:rPr>
              <a:t>Prove that the other spouse can </a:t>
            </a: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afford property two</a:t>
            </a:r>
            <a:r>
              <a:rPr sz="2175" b="0">
                <a:solidFill>
                  <a:srgbClr val="D8D4CF"/>
                </a:solidFill>
                <a:latin typeface="Arial"/>
                <a:ea typeface="Arial"/>
                <a:cs typeface="Arial"/>
              </a:rPr>
              <a:t> before changing anything.</a:t>
            </a:r>
          </a:p>
        </p:txBody>
      </p:sp>
      <p:sp>
        <p:nvSpPr>
          <p:cNvPr id="6" name="shared-cta">
            <a:extLst xmlns:a="http://schemas.openxmlformats.org/drawingml/2006/main">
              <a:ext uri="{FF2B5EF4-FFF2-40B4-BE49-F238E27FC236}">
                <a16:creationId xmlns:a16="http://schemas.microsoft.com/office/drawing/2014/main" id="{F462CF2A-4597-439D-AA32-DECA49A7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01125"/>
            <a:ext cx="74295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263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0" rIns="1143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YOUR NUMBERS FIRST →</a:t>
            </a:r>
          </a:p>
        </p:txBody>
      </p:sp>
    </p:spTree>
    <p:extLst>
      <p:ext uri="{BB962C8B-B14F-4D97-AF65-F5344CB8AC3E}">
        <p14:creationId xmlns:p14="http://schemas.microsoft.com/office/powerpoint/2010/main" val="507291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2026-08-07T06:47:55.4040000Z</dcterms:created>
  <dcterms:modified xsi:type="dcterms:W3CDTF">2026-08-07T06:47:55.4040000Z</dcterms:modified>
</coreProperties>
</file>